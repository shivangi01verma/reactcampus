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40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46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DEEP DIVE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ReactCampus Data Pipeline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From Synthetic Data Generation to Production Analytics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Engineering Implementation &amp; Data Architecture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Senior Data Analyst &amp; Engineering Team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Project Architecture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Python 3.11 (Pandas 2.0, Scikit-learn 1.3)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MongoDB 7.0 (Geospatial, Text Search)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Node.js 18 + Express 4.18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React 18 + TypeScript + TanStack Query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Data Flow Stages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1. Synthetic Data Generation (Python)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938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2. Data Cleaning &amp; EDA (Jupyter)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231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3. ML Scoring Model (Scikit-learn)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523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4. JSON Export &amp; Seeding (MongoDB)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5. REST API Layer (Express)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6. Frontend Analytics (React)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401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7. User Interaction &amp; Feedback Loop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021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Key Design Decisions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3904488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Synthetic data with intentional quality issues for testing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MinMaxScaler normalization for fair comparison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Weighted scoring (7 components) based on industry standards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Geospatial indexing for location queries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• RBAC with 50+ granular permissions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Data Generation: create_dataset.py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</a:rPr>
              <a:t>Purpose: Generate 213 synthetic Indian colleges with realistic metrics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random.seed(42)  # Reproducibility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colleges_data = [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("IIT Bombay", "Mumbai", "Maharashtra", "Government", 1958, "A++", "JEE Advanced", 1000),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("IIT Delhi", "New Delhi", "Delhi", "Government", 1961, "A++", "JEE Advanced", 1100),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211 more colleges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generate_metrics(tier, college_type):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tier == "Tier 1":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placement_rate = random.uniform(85, 98)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avg_package = random.uniform(12, 25)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tier == "Tier 2":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placement_rate = random.uniform(70, 85)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avg_package = random.uniform(6, 12)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Tier 3 &amp; 4 logic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'placement_rate': placement_rate,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'avg_package_lpa': avg_package,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'student_faculty_ratio': random.uniform(10, 30),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'infrastructure_score': random.randint(60, 95),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... 23 more features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A148"/>
                </a:solidFill>
              </a:rPr>
              <a:t>Output: indian_colleges_dataset.csv (213 rows × 27 columns)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Features: 27 columns | Intentional issues: ~5% missing values, ~3% inconsistencies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Data Cleaning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</a:rPr>
              <a:t>Notebook: 01_data_cleaning.ipynb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2918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pd.read_csv('indian_colleges_dataset.csv')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print(f"Initial shape: {df.shape}")  # (213, 27)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Remove duplicates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df.drop_duplicates(subset=['name'], keep='first')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print(f"After deduplication: {df.shape}")  # (211, 27)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Standardize state names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state_mapping = {'maharashtra': 'Maharashtra', 'MH': 'Maharashtra', 'delhi': 'Delhi'}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df['state'] = df['state'].replace(state_mapping)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Handle missing values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numeric_cols = ['placement_rate', 'avg_package_lpa', 'infrastructure_score']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df[numeric_cols] = df[numeric_cols].fillna(df[numeric_cols].median())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Remove outliers (IQR method)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df['avg_package_lpa'].quantile(0.25)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df['avg_package_lpa'].quantile(0.75)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df[(df['avg_package_lpa'] &gt;= Q1 - 1.5*IQR) &amp; (df['avg_package_lpa'] &lt;= Q3 + 1.5*IQR)]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df.to_csv('colleges_cleaned.csv', index=False)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print(f"Final shape: {df.shape}")  # (211, 27)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A148"/>
                </a:solidFill>
              </a:rPr>
              <a:t>Result: 99.1% data retention (211/213 colleges) | All quality issues resolved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9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ML Scoring Model: generate_scores.py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sklearn.preprocessing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SCORING_FEATURES =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placement_rate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{'weight': 0.25,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higher_is_better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True},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avg_package_lpa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{'weight': 0.20,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higher_is_better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True},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naac_numeric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{'weight': 0.15,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higher_is_better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True},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student_faculty_ratio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{'weight': 0.10,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higher_is_better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False},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infrastructure_score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{'weight': 0.10,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higher_is_better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True},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companies_visiting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{'weight': 0.10,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higher_is_better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True},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acceptance_rate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{'weight': 0.10, 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higher_is_better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False}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Normalize to 0-1 range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normalized =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scaler.fit_transform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feature_names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Invert metrics where lower is better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feat in enumerate(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feature_names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SCORING_FEATURES[feat]['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higher_is_better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normalized[:,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1 - normalized[:,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Calculate weighted score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[]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normalized: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sum(row[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* SCORING_FEATURES[feat]['weight']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feat in enumerate(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feature_names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scores.append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 * 100)  # Scale to 0-100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assign_tier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75: return 'Tier 1'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55: return 'Tier 2'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35: return 'Tier 3'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'Tier 4'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['score'] = scores</a:t>
            </a:r>
            <a:endParaRPr lang="en-US" sz="600" dirty="0"/>
          </a:p>
          <a:p>
            <a:pPr marL="0" indent="0">
              <a:buNone/>
            </a:pP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['tier'] =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['score'].apply(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assign_tier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48640" y="4807131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A148"/>
                </a:solidFill>
              </a:rPr>
              <a:t>Output: college_scores.json with breakdown by component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Scoring Model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10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Tier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1828800" cy="109728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85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5176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Tier 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1828800" cy="109728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107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Tier 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1828800" cy="109728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9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8580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Tier 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Average Metrics Across All Colleges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• Overall Score: 53.5 / 100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• Placement Rate: 69.0%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• Average Package: ₹9.17 LPA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• Student-Faculty Ratio: 18.2:1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• Infrastructure Score: 78.5 / 100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• Companies Visiting: 142 avg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457700"/>
            <a:ext cx="804672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Breakdown Example (IIT Bombay): Placement: 23.8 | Package: 19.2 | NAAC: 15.0 | Faculty: 9.5 | Infra: 9.8 | Companies: 9.7 | Selectivity: 10.0 = 97.0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EF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MongoDB Schema: College.model.js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5890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collegeSchema = new mongoose.Schema({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{ type: String, required: true, trim: true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slug: { type: String, required: true, unique: true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{ type: String, enum: ['Government', 'Private', 'Deemed', 'Autonomous']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location: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city: { type: String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{ type: String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coordinates: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{ type: String, enum: ['Point'], default: 'Point'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coordinates: { type: [Number], default: [0, 0] }  // [lng, lat]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Scoring fields from ML model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{ type: Number, min: 0, max: 100, default: null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tier: { type: String, enum: ['Tier 1', 'Tier 2', 'Tier 3', 'Tier 4']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scoreBreakdown: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placement: { type: Number, default: 0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package: { type: Number, default: 0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naac: { type: Number, default: 0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facultyRatio: { type: Number, default: 0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infrastructure: { type: Number, default: 0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companies: { type: Number, default: 0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selectivity: { type: Number, default: 0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{ type: String, enum: ['draft', 'published'], default: 'draft'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deletedAt: { type: Date, default: null }  // Soft delete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timestamps: true });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Geospatial index for location queries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collegeSchema.index({ 'location.coordinates': '2dsphere' });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 search index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collegeSchema.index({ name: 'text', 'location.city': 'text', 'location.state': 'text' });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1614" y="479015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</a:rPr>
              <a:t>14 Collections Total: College, User, Lead, Review, Course, Exam, ContentSection, DynamicForm, etc.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REST API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College Service: college.service.js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840480" cy="34747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getColleges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(filters, options)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query = { status: 'published' };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filters.search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query.$text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$search: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filters.search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filters.near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query['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location.coordinates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 =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$near: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$geometry: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type: 'Point',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coordinates: [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filters.lng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filters.lat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maxDistance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filters.radius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50000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filters.minScore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query.score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$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gte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filters.minScore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filters.tier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query.tier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$in: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filters.tier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colleges = await 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College.find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(query)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options.sort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{ score: -1 })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.skip(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options.skip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.limit(</a:t>
            </a:r>
            <a:r>
              <a:rPr lang="en-US" sz="6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options.limit</a:t>
            </a: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.populate('courses exams');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colleges;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Key API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Full-text 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Geospatial queries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Advanced filtering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Pagination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Aggregation pipelines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RBAC (50+ permissions)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Rate limiting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Soft delete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Audit logging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6839" y="4897265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A148"/>
                </a:solidFill>
              </a:rPr>
              <a:t>14 API Modules | 80+ Endpoints | JWT Auth | Express Middleware Chain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9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Complete Data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11065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5678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01106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Python Script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291915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create_dataset.py → 213 rows CSV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1513985"/>
            <a:ext cx="0" cy="9144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605425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65114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60542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Data Cleaning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886275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Jupyter → 211 rows cleaned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2108345"/>
            <a:ext cx="0" cy="9144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199785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24550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19978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ML Scoring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480635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Scikit-learn → college_scores.json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" y="2702705"/>
            <a:ext cx="0" cy="9144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2794145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283986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279414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MongoDB Seed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074995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collegeScores.seed.js → 211 docs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297065"/>
            <a:ext cx="0" cy="9144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3388505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43422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71600" y="338850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REST API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3669355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Express → 80+ endpoints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0120" y="3891425"/>
            <a:ext cx="0" cy="9144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1520" y="3982865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02858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71600" y="398286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React Frontend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4263715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TanStack Query → UI components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" y="4485785"/>
            <a:ext cx="0" cy="9144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1520" y="4582452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" y="462294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371600" y="457722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User Feedback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71600" y="4858075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Reviews, Leads → Analytics loop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EF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Key Metrics &amp; Data Analyst Focus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211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Total Colleges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1828800" cy="109728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31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5176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States Covered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1828800" cy="109728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99.1%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Data Retention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1828800" cy="109728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53.5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8580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Avg 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Data Analyst Focus Areas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1. Score Distribution Analysis: Validate tier assignments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930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2. State-wise Performance: Regional patterns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7856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3. Type Comparison: Government vs Private metrics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0782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4. Correlation Analysis: Score predictors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5. Data Quality Monitoring: Track anomalies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6. User Behavior Analytics: Search patterns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15337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7. Lead Generation Metrics: Conversion tracking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8. Review Sentiment: Reputation trends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Data Quality 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A148"/>
                </a:solidFill>
              </a:rPr>
              <a:t>Strengths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High data retention (99.1%)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Comprehensive features (27 columns)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Realistic synthetic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23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Proper normalization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Geospatial indexing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Soft delete pattern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Audit logging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32B"/>
                </a:solidFill>
              </a:rPr>
              <a:t>Risks &amp; Gaps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Synthetic data 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938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No real-time updates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231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Limited historical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23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Subjective scoring weights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No external validation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Missing international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401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No NAAC/NIRF API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Recommendations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1. Integrate with official NAAC/NIRF APIs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2. Implement data validation rules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3. Add historical tracking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2062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4. Create quality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5. Set up anomaly alerts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095" y="83615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944537"/>
            <a:ext cx="640080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✓ Complete end-to-end data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356017"/>
            <a:ext cx="640080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✓ ML-powered scoring (7 components)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767497"/>
            <a:ext cx="640080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✓ 99.1% data quality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178977"/>
            <a:ext cx="640080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✓ Scalable MERN architecture (14 models)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590457"/>
            <a:ext cx="640080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✓ Advanced analytics with aggregation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001937"/>
            <a:ext cx="640080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✓ Production-ready with RBAC &amp; monitoring</a:t>
            </a:r>
            <a:br>
              <a:rPr lang="en-US" sz="1800" dirty="0">
                <a:solidFill>
                  <a:srgbClr val="FFFFFF"/>
                </a:solidFill>
              </a:rPr>
            </a:b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2143</Words>
  <Application>Microsoft Macintosh PowerPoint</Application>
  <PresentationFormat>On-screen Show (16:9)</PresentationFormat>
  <Paragraphs>306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ReactCampus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ReactCampus: Technical Implementation Analysis</dc:title>
  <dc:subject>Technical Deep Dive - Data Pipeline &amp; Architecture</dc:subject>
  <dc:creator>Senior Data Analyst &amp; Engineer</dc:creator>
  <cp:lastModifiedBy>Ayush Kumar Mahato</cp:lastModifiedBy>
  <cp:revision>2</cp:revision>
  <dcterms:created xsi:type="dcterms:W3CDTF">2026-04-05T21:09:17Z</dcterms:created>
  <dcterms:modified xsi:type="dcterms:W3CDTF">2026-04-06T22:38:26Z</dcterms:modified>
</cp:coreProperties>
</file>