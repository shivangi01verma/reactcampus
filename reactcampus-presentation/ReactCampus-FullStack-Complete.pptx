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E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46"/>
    <p:restoredTop sz="94610"/>
  </p:normalViewPr>
  <p:slideViewPr>
    <p:cSldViewPr snapToGrid="0" snapToObjects="1">
      <p:cViewPr varScale="1">
        <p:scale>
          <a:sx n="244" d="100"/>
          <a:sy n="244" d="100"/>
        </p:scale>
        <p:origin x="20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487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ReactCampus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Full-Stack Engineering Deep Dive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Every Component | Every Layer | Every Logic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Python • MongoDB • Node.js • Express • React • TypeScript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Complete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🐍 Data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3.11 | Pandas 2.0 | Scikit-learn 1.3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4 scripts, 4 notebooks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🗄️ Database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MongoDB 7.0 | Mongoose ODM | 14 Collections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14 models, 8 seeds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Node.js 18 | Express 4.18 | JWT Auth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14 services, 14 controllers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🔌 API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REST APIs | RBAC | 50+ Permissions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14 route modules, 80+ endpoints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C00E70"/>
          </a:solidFill>
          <a:ln/>
        </p:spPr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⚛️ Frontend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React 18 | TypeScript | TanStack Query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Custom hooks, guards, stores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303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📊 15,000+ LOC | 150+ Files | 14 Models | 80+ Endpoints | 50+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A3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 Layer: Generation (create_dataset.py)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459 lines | Generates 213 colleges with 27 features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random, csv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random.seed(42)  # Reproducibility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colleges_data = [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("IIT Bombay", "Mumbai", "Maharashtra", "Government", 1958, "A++", "JEE Advanced", 1000),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("IIT Delhi", "New Delhi", "Delhi", "Government", 1961, "A++", "JEE Advanced", 1100),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211 more real colleges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generate_metrics(tier, college_type):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tier == "Tier 1":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placement_rate = random.uniform(85, 98)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avg_package = random.uniform(12, 25)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tier == "Tier 2":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placement_rate = random.uniform(70, 85)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avg_package = random.uniform(6, 12)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Tier 3 &amp; 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'placement_rate': placement_rate,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'avg_package_lpa': avg_package,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'student_faculty_ratio': random.uniform(10, 30),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'infrastructure_score': random.randint(60, 95),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'companies_visiting': random.randint(50, 300),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... 22 more features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Intentional quality issues for testing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random.random() &lt; 0.05:  # 5% missing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metrics['placement_rate'] = None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4713079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80451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Output: indian_colleges_dataset.csv | 213 rows × 27 columns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E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 Layer: Cleaning (01_data_cleaning.ipynb)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Jupyter Notebook | Pandas data cleaning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pd.read_csv('indian_colleges_dataset.csv')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print(f"Initial: {df.shape}")  # (213, 27)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Remove duplicates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df.drop_duplicates(subset=['name'], keep='first')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print(f"After dedup: {df.shape}")  # (211, 27)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Standardize state names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state_mapping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'maharashtra': 'Maharashtra', 'MH': 'Maharashtra',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'delhi': 'Delhi', 'DL': 'Delhi', 'karnataka': 'Karnataka'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df['state'] = df['state'].replace(state_mapping)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Handle missing values (median imputation)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numeric_cols = ['placement_rate', 'avg_package_lpa', 'infrastructure_score']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df[numeric_cols] = df[numeric_cols].fillna(df[numeric_cols].median())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Remove outliers (IQR method)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df['avg_package_lpa'].quantile(0.25)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df['avg_package_lpa'].quantile(0.75)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df[(df['avg_package_lpa'] &gt;= Q1 - 1.5*IQR) &amp;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(df['avg_package_lpa'] &lt;= Q3 + 1.5*IQR)]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df.to_csv('colleges_cleaned.csv', index=False)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print(f"Final: {df.shape}")  # (211, 27)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Result: 211 colleges | 99.1% retention | 100% clean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 Layer: ML Scoring (generate_scores.py)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123 lines | Scikit-learn MinMaxScaler | 7-component weighted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MinMaxScaler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json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SCORING_FEATURES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'placement_rate': {'weight': 0.25, 'higher_is_better': True},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'avg_package_lpa': {'weight': 0.20, 'higher_is_better': True},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'naac_numeric': {'weight': 0.15, 'higher_is_better': True},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'student_faculty_ratio': {'weight': 0.10, 'higher_is_better': False},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'infrastructure_score': {'weight': 0.10, 'higher_is_better': True},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'companies_visiting': {'weight': 0.10, 'higher_is_better': True},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'acceptance_rate': {'weight': 0.10, 'higher_is_better': False}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pd.read_csv('colleges_cleaned.csv')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 = list(SCORING_FEATURES.keys())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 to 0-1 range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MinMaxScaler()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= scaler.fit_transform(df[feature_names])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Invert metrics where lower is better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feat in enumerate(feature_names):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SCORING_FEATURES[feat]['higher_is_better']: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normalized[:, i] = 1 - normalized[:, i]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weighted 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[sum(row[i] * SCORING_FEATURES[feat]['weight']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for i, feat in enumerate(feature_names)) * 100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 row in normalized]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Assign tiers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assign_tier(score):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75: return 'Tier 1'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&gt;= 55: return 'Tier 2'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&gt;= 35: return 'Tier 3'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'Tier 4'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Output: college_scores.json | Tier distribution: 10, 85, 107, 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A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Database: College Model (College.model.js)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MongoDB schema with geospatial indexing &amp; text 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mongoose = require('mongoose');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collegeSchema = new mongoose.Schema({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 type: String, required: true, trim: true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slug: { type: String, required: true, unique: true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{ type: String, enum: ['Government', 'Private', 'Deemed', 'Autonomous']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city: { type: String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{ type: String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coordinates: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{ type: String, enum: ['Point'], default: 'Point'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coordinates: { type: [Number], default: [0, 0] }  // [lng, lat]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ML-generated scores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{ type: Number, min: 0, max: 100, default: null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tier: { type: String, enum: ['Tier 1', 'Tier 2', 'Tier 3', 'Tier 4']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scoreBreakdown: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placement: { type: Number, default: 0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package: { type: Number, default: 0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naac: { type: Number, default: 0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facultyRatio: { type: Number, default: 0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infrastructure: { type: Number, default: 0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companies: { type: Number, default: 0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selectivity: { type: Number, default: 0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{ type: String, enum: ['draft', 'published'], default: 'draft'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deletedAt: { type: Date, default: null }  // Soft delete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timestamps: true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Geospatial index for location queries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collegeSchema.index({ 'location.coordinates': '2dsphere'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 search index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collegeSchema.index({ name: 'text', 'location.city': 'text', 'location.state': 'text'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mongoose.model('College', collegeSchema);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14 total models: College, User, Lead, Review, Course, Exam, ContentSection, DynamicForm, etc.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Backend: College Service (college.service.js)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Business logic layer | Advanced queries with MongoDB aggregation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CollegeService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getColleges(filters, options)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query = { status: 'published', deletedAt: null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Text search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(filters.search)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query.$text = { $search: filters.search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Geospatial query (find colleges near location)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(filters.near)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query['location.coordinates']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$near: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$geometry: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type: 'Point',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coordinates: [filters.lng, filters.lat]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$maxDistance: filters.radius || 50000  // 50km default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Score range filter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(filters.minScore)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query.score = { $gte: filters.minScore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(filters.maxScore)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query.score = { ...query.score, $lte: filters.maxScore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Tier filter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(filters.tier &amp;&amp; filters.tier.length &gt; 0)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query.tier = { $in: filters.tier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State filter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(filters.state)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query['location.state'] = filters.state;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Execute with pagination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colleges = await College.find(query)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.sort(options.sort || { score: -1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.skip(options.skip)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.limit(options.limit)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.populate('courses exams')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.lean();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colleges;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14 services: College, User, Lead, Review, Course, Exam, Analytics, etc.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8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Backend: Analytics Service (analytics.service.js)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MongoDB aggregation pipelines for real-time analytics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AnalyticsService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getCollegeAnalytics()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Tier distribution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tierDist = await College.aggregate([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$match: { status: 'published', deletedAt: null }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$group: { _id: '$tier', count: { $sum: 1 } }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$sort: { _id: 1 }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State-wise statistics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stateStats = await College.aggregate([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$match: { status: 'published' }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$group: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_id: '$location.state',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count: { $sum: 1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avgScore: { $avg: '$score'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avgPlacement: { $avg: '$scoreBreakdown.placement'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avgPackage: { $avg: '$scoreBreakdown.package'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$sort: { count: -1 }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$limit: 10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Type comparison (Government vs Private vs Deemed)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typeComp = await College.aggregate([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$match: { status: 'published' }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$group: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_id: '$type',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count: { $sum: 1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avgScore: { $avg: '$score'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avgPackage: { $avg: '$scoreBreakdown.package'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Top performers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topColleges = await College.find({ status: 'published'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.sort({ score: -1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.limit(20)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.select('name score tier location.state');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tierDist, stateStats, typeComp, topColleges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Real-time dashboards | Aggregation queries | Lead tracking | Review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API: Authentication (auth.service.js)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JWT-based authentication | Refresh token rotation | Password hashing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jwt = require('jsonwebtoken');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bcrypt = require('bcryptjs');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AuthService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login(email, password)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Find 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User.findOne({ email }).select('+password');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(!user) throw new ApiError(401, 'Invalid credentials');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Verify password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isMatch = await bcrypt.compare(password, user.password);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(!isMatch) throw new ApiError(401, 'Invalid credentials');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Generate tokens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accessToken = jwt.sign(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userId: user._id, role: user.role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process.env.JWT_SECRET,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expiresIn: '15m'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refreshToken = jwt.sign(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userId: user._id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process.env.JWT_REFRESH_SECRET,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expiresIn: '7d'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Store refresh token in 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RefreshToken.create({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token: refreshToken,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user: user._id,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expiresAt: new Date(Date.now() + 7 * 24 * 60 * 60 * 1000)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accessToken, refreshToken, user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refreshAccessToken(refreshToken)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Verify refresh token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decoded = jwt.verify(refreshToken, process.env.JWT_REFRESH_SECRET);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Check if token exists in 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tokenDoc = await RefreshToken.findOne({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token: refreshToken,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user: decoded.userId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(!tokenDoc) throw new ApiError(401, 'Invalid refresh token');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Generate new access token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accessToken = jwt.sign(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userId: decoded.userId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process.env.JWT_SECRET,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expiresIn: '15m'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accessToken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JWT Auth | Refresh tokens | Password hashing (bcrypt) | Session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A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API: RBAC System (authorize.js middleware)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Role-Based Access Control | 50+ granular permissions | Permission caching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authorize = (...requiredPermissions)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async (req, res, next)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user = req.user;  // Set by authenticate middleware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Super admin bypass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(user.role === 'super_admin')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next();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Get user's role with permissions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role = await Role.findById(user.role)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.populate('permissions')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.lean();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(!role)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ApiError(403, 'Role not found');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Extract permission names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userPermissions = role.permissions.map(p =&gt; p.name);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Check if user has all required permissions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hasPermission = requiredPermissions.every(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perm =&gt; userPermissions.includes(perm)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(!hasPermission)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ApiError(403, 'Insufficient permissions');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next();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(error)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next(error);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 in routes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router.post('/colleges',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authenticate,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authorize('college:create'),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collegeController.create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router.put('/colleges/:id',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authenticate,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authorize('college:update'),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collegeController.update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50+ permissions: college:create, college:update, user:manage, lead:view, etc.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Frontend: Custom Hooks (useAuth.ts)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React hooks for authentication | TanStack Query integration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useQuery, useMutation } from '@tanstack/react-query';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axios } from '@/lib/axios';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useAuthStore } from '@/stores/authStore';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useAuth()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user, setUser, clearUser } = useAuthStore();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Login mutation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loginMutation = useMutation({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mutationFn: async (credentials: { email: string; password: string })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{ data } = await axios.post('/api/auth/login', credentials);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data;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onSuccess: (data)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setUser(data.user);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localStorage.setItem('accessToken', data.accessToken);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localStorage.setItem('refreshToken', data.refreshToken);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Logout mutation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logoutMutation = useMutation({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mutationFn: async ()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axios.post('/api/auth/logout');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onSuccess: ()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clearUser();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localStorage.removeItem('accessToken');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localStorage.removeItem('refreshToken');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 current user query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data: currentUser, isLoading } = useQuery({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queryKey: ['currentUser'],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queryFn: async ()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{ data } = await axios.get('/api/auth/me');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data.user;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enabled: !!localStorage.getItem('accessToken'),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staleTime: 5 * 60 * 1000  // 5 minutes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user: currentUser || user,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isLoading,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login: loginMutation.mutate,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logout: logoutMutation.mutate,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isAuthenticated: !!currentUser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Custom hooks: useAuth, usePermissions, usePagination, useDebounce, useQueryParams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Frontend: College List Component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📁 React + TypeScript | TanStack Query | Infinite scroll | Real-time 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useInfiniteQuery } from '@tanstack/react-query';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axios } from '@/lib/axios';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useDebounce } from '@/hooks/useDebounce';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CollegeFilters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search?: string;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tier?: string[];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state?: string;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minScore?: number;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CollegeList()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[filters, setFilters] = useState&lt;CollegeFilters&gt;({});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debouncedSearch = useDebounce(filters.search, 500);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Infinite query for pagination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fetchNextPage,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hasNextPage,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isLoading,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= useInfiniteQuery({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queryKey: ['colleges', { ...filters, search: debouncedSearch }],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queryFn: async ({ pageParam = 1 })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{ data } = await axios.get('/api/colleges',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params: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...filters,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search: debouncedSearch,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page: pageParam,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limit: 20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data;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getNextPageParam: (lastPage) =&gt; lastPage.nextPage,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staleTime: 5 * 60 * 1000  // 5 minutes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(isLoading) return &lt;Skeleton count={10} /&gt;;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&lt;ErrorMessage error={error} /&gt;;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&lt;SearchBar value={filters.search} onChange={(v) =&gt; setFilters({...filters, search: v})} /&gt;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&lt;FilterPanel filters={filters} onChange={setFilters} /&gt;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{data?.pages.map((page) =&gt;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page.colleges.map((college) =&gt;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&lt;CollegeCard key={college._id} college={college} /&gt;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{hasNextPage &amp;&amp; &lt;button onClick={() =&gt; fetchNextPage()}&gt;Load More&lt;/button&gt;}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Features: Infinite scroll, Real-time search, Filter persistence, Optimistic updates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Complete System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✅ Data Layer: Python pipeline (generation → cleaning → ML scoring)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✅ Database: MongoDB with 14 models, geospatial &amp; text indexes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✅ Backend: Node.js/Express with 14 services, 14 controllers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✅ API: 80+ REST endpoints with JWT auth &amp; RBAC (50+ permissions)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✅ Frontend: React 18 + TypeScript with custom hooks &amp; state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✅ Total: 15,000+ LOC | 150+ files | Production-ready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A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3780</Words>
  <Application>Microsoft Macintosh PowerPoint</Application>
  <PresentationFormat>On-screen Show (16:9)</PresentationFormat>
  <Paragraphs>521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ReactCampus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ReactCampus: Full-Stack Deep Dive</dc:title>
  <dc:subject>Complete System Architecture</dc:subject>
  <dc:creator>Full-Stack Engineering Team</dc:creator>
  <cp:lastModifiedBy>Ayush Kumar Mahato</cp:lastModifiedBy>
  <cp:revision>2</cp:revision>
  <dcterms:created xsi:type="dcterms:W3CDTF">2026-04-05T21:54:23Z</dcterms:created>
  <dcterms:modified xsi:type="dcterms:W3CDTF">2026-04-05T22:26:05Z</dcterms:modified>
</cp:coreProperties>
</file>